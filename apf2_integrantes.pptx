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11/10/2026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96333796"/>
              </p:ext>
            </p:extLst>
          </p:nvPr>
        </p:nvGraphicFramePr>
        <p:xfrm>
          <a:off x="498835" y="2118339"/>
          <a:ext cx="11232490" cy="2342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Shay Fernando Guzman Vara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X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Carlos Miguel Gamonal </a:t>
                      </a:r>
                      <a:r>
                        <a:rPr lang="es-PE" sz="1600" dirty="0" err="1"/>
                        <a:t>Vilcañaupa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  <a:p>
                      <a:pPr algn="l"/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538764668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741657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32798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Compañía de Danzas “Wiñay </a:t>
                      </a:r>
                      <a:r>
                        <a:rPr lang="es-ES" dirty="0" err="1"/>
                        <a:t>LLaqta</a:t>
                      </a:r>
                      <a:r>
                        <a:rPr lang="es-E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Figma</a:t>
                      </a:r>
                      <a:r>
                        <a:rPr lang="es-ES" dirty="0"/>
                        <a:t> &amp; https://acortar.link/yvESEH</a:t>
                      </a:r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132</Words>
  <Application>Microsoft Office PowerPoint</Application>
  <PresentationFormat>Panorámica</PresentationFormat>
  <Paragraphs>21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ALUMNO - CARLOS MIGUEL GAMONAL VILCAÑAUPA</cp:lastModifiedBy>
  <cp:revision>18</cp:revision>
  <dcterms:created xsi:type="dcterms:W3CDTF">2022-09-09T21:19:54Z</dcterms:created>
  <dcterms:modified xsi:type="dcterms:W3CDTF">2026-10-12T00:20:07Z</dcterms:modified>
</cp:coreProperties>
</file>